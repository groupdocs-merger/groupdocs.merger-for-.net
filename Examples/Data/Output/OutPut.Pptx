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8.1-->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256" r:id="rId3"/>
    <p:sldId id="258" r:id="rId4"/>
  </p:sldIdLst>
  <p:sldSz cx="9144000" cy="6858000" type="screen4x3"/>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102"/>
      </p:cViewPr>
      <p:guideLst>
        <p:guide orient="horz" pos="2160"/>
        <p:guide pos="2880"/>
      </p:guideLst>
    </p:cSldViewPr>
  </p:slideViewPr>
  <p:notesTextViewPr>
    <p:cViewPr>
      <p:scale>
        <a:sx n="100" d="100"/>
        <a:sy n="100" d="100"/>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tags" Target="tags/tag1.xml" /><Relationship Id="rId6" Type="http://schemas.openxmlformats.org/officeDocument/2006/relationships/presProps" Target="presProps.xml" /><Relationship Id="rId7" Type="http://schemas.openxmlformats.org/officeDocument/2006/relationships/viewProps" Target="viewProps.xml" /><Relationship Id="rId8" Type="http://schemas.openxmlformats.org/officeDocument/2006/relationships/theme" Target="theme/theme1.xml" /><Relationship Id="rId9" Type="http://schemas.openxmlformats.org/officeDocument/2006/relationships/tableStyles" Target="tableStyles.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8C93-E060-4396-9420-5B42F78ACD1E}" type="datetimeFigureOut">
              <a:rPr lang="en-US" smtClean="0"/>
              <a:t>25/02/2016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8A4F16-8886-4FCE-8740-6896F77561CE}" type="slidenum">
              <a:rPr lang="en-US" smtClean="0"/>
              <a:t>‹#›</a:t>
            </a:fld>
            <a:endParaRPr lang="en-US"/>
          </a:p>
        </p:txBody>
      </p:sp>
    </p:spTree>
    <p:extLst>
      <p:ext uri="{BB962C8B-B14F-4D97-AF65-F5344CB8AC3E}">
        <p14:creationId xmlns:p14="http://schemas.microsoft.com/office/powerpoint/2010/main" val="1352065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My first slide comment</a:t>
            </a:r>
          </a:p>
          <a:p>
            <a:endParaRPr lang="en-US"/>
          </a:p>
        </p:txBody>
      </p:sp>
      <p:sp>
        <p:nvSpPr>
          <p:cNvPr id="4" name="Slide Number Placeholder 3"/>
          <p:cNvSpPr>
            <a:spLocks noGrp="1"/>
          </p:cNvSpPr>
          <p:nvPr>
            <p:ph type="sldNum" sz="quarter" idx="10"/>
          </p:nvPr>
        </p:nvSpPr>
        <p:spPr/>
        <p:txBody>
          <a:bodyPr/>
          <a:lstStyle/>
          <a:p>
            <a:fld id="{A18A4F16-8886-4FCE-8740-6896F77561CE}" type="slidenum">
              <a:rPr lang="en-US" smtClean="0"/>
              <a:t>1</a:t>
            </a:fld>
            <a:endParaRPr lang="en-US"/>
          </a:p>
        </p:txBody>
      </p:sp>
    </p:spTree>
    <p:extLst>
      <p:ext uri="{BB962C8B-B14F-4D97-AF65-F5344CB8AC3E}">
        <p14:creationId xmlns:p14="http://schemas.microsoft.com/office/powerpoint/2010/main" val="2383538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Third</a:t>
            </a:r>
            <a:r>
              <a:rPr lang="en-US" baseline="0" smtClean="0"/>
              <a:t> slide comment added here</a:t>
            </a:r>
            <a:endParaRPr lang="en-US"/>
          </a:p>
        </p:txBody>
      </p:sp>
      <p:sp>
        <p:nvSpPr>
          <p:cNvPr id="4" name="Slide Number Placeholder 3"/>
          <p:cNvSpPr>
            <a:spLocks noGrp="1"/>
          </p:cNvSpPr>
          <p:nvPr>
            <p:ph type="sldNum" sz="quarter" idx="10"/>
          </p:nvPr>
        </p:nvSpPr>
        <p:spPr/>
        <p:txBody>
          <a:bodyPr/>
          <a:lstStyle/>
          <a:p>
            <a:fld id="{A18A4F16-8886-4FCE-8740-6896F77561CE}" type="slidenum">
              <a:rPr lang="en-US" smtClean="0"/>
              <a:t>2</a:t>
            </a:fld>
            <a:endParaRPr lang="en-US"/>
          </a:p>
        </p:txBody>
      </p:sp>
    </p:spTree>
    <p:extLst>
      <p:ext uri="{BB962C8B-B14F-4D97-AF65-F5344CB8AC3E}">
        <p14:creationId xmlns:p14="http://schemas.microsoft.com/office/powerpoint/2010/main" val="3277870297"/>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25/02/2016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25/02/2016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25/02/2016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25/02/2016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25/02/2016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25/02/2016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1D8BD707-D9CF-40AE-B4C6-C98DA3205C09}" type="datetimeFigureOut">
              <a:rPr lang="en-US" smtClean="0"/>
              <a:t>25/02/2016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25/02/2016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25/02/2016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25/02/2016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25/02/2016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25/02/2016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 name="Title 1"/>
          <p:cNvSpPr>
            <a:spLocks noGrp="1"/>
          </p:cNvSpPr>
          <p:nvPr>
            <p:ph type="ctrTitle"/>
          </p:nvPr>
        </p:nvSpPr>
        <p:spPr/>
        <p:txBody>
          <a:bodyPr/>
          <a:lstStyle/>
          <a:p>
            <a:r>
              <a:rPr lang="en-US"/>
              <a:t>The second Sample Document </a:t>
            </a:r>
          </a:p>
        </p:txBody>
      </p:sp>
      <p:sp>
        <p:nvSpPr>
          <p:cNvPr id="3" name="Subtitle 2"/>
          <p:cNvSpPr>
            <a:spLocks noGrp="1"/>
          </p:cNvSpPr>
          <p:nvPr>
            <p:ph type="subTitle" idx="1"/>
          </p:nvPr>
        </p:nvSpPr>
        <p:spPr/>
        <p:txBody>
          <a:bodyPr>
            <a:normAutofit fontScale="40000" lnSpcReduction="20000"/>
          </a:bodyPr>
          <a:lstStyle/>
          <a:p>
            <a:r>
              <a:rPr lang="en-US" b="1"/>
              <a:t>What is LOREM IPSUM?</a:t>
            </a:r>
          </a:p>
          <a:p>
            <a:r>
              <a:rPr lang="en-US" b="1" err="1"/>
              <a:t>Lorem Ipsum</a:t>
            </a:r>
            <a:r>
              <a:rPr lang="en-US"/>
              <a:t> is simply dummy text of the printing and typesetting industry. Lorem Ipsum has been the industry's standard text ever since the 1500s, when an unknown printer took a galley of type and scrambled it to make a type specimen book. It has survived not only five centuries, but also the leap into electronic dasd asd typesetting, remaining essentially unchanged. It was popularised in the 1960s with the release of Letraset sheets containing Lorem Ipsum passages, and more recently with desktop publishing software like Aldus PageMaker including versions of Lorem Ipsum.</a:t>
            </a:r>
          </a:p>
          <a:p>
            <a:endParaRPr lang="en-US"/>
          </a:p>
        </p:txBody>
      </p:sp>
    </p:spTree>
    <p:extLst>
      <p:ext uri="{BB962C8B-B14F-4D97-AF65-F5344CB8AC3E}">
        <p14:creationId xmlns:p14="http://schemas.microsoft.com/office/powerpoint/2010/main" val="742742172"/>
      </p:ext>
    </p:extLst>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 name="Title 1"/>
          <p:cNvSpPr>
            <a:spLocks noGrp="1"/>
          </p:cNvSpPr>
          <p:nvPr>
            <p:ph type="title"/>
          </p:nvPr>
        </p:nvSpPr>
        <p:spPr/>
        <p:txBody>
          <a:bodyPr/>
          <a:lstStyle/>
          <a:p>
            <a:r>
              <a:rPr lang="en-US"/>
              <a:t>Where does it come FROM?</a:t>
            </a:r>
          </a:p>
        </p:txBody>
      </p:sp>
      <p:pic>
        <p:nvPicPr>
          <p:cNvPr id="4" name="Content Placeholder 3"/>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457200" y="3077953"/>
            <a:ext cx="8229600" cy="1570456"/>
          </a:xfrm>
          <a:prstGeom prst="rect">
            <a:avLst/>
          </a:prstGeom>
        </p:spPr>
      </p:pic>
    </p:spTree>
    <p:extLst>
      <p:ext uri="{BB962C8B-B14F-4D97-AF65-F5344CB8AC3E}">
        <p14:creationId xmlns:p14="http://schemas.microsoft.com/office/powerpoint/2010/main" val="698162941"/>
      </p:ext>
    </p:extLst>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18.01.17"/>
  <p:tag name="AS_TITLE" val="Aspose.Slides for .NET 2.0"/>
  <p:tag name="AS_VERSION" val="18.1"/>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4</Paragraphs>
  <Slides>2</Slides>
  <Notes>2</Notes>
  <TotalTime>0</TotalTime>
  <HiddenSlides>0</HiddenSlides>
  <MMClips>0</MMClips>
  <ScaleCrop>0</ScaleCrop>
  <HeadingPairs>
    <vt:vector baseType="variant" size="4">
      <vt:variant>
        <vt:lpstr>Theme</vt:lpstr>
      </vt:variant>
      <vt:variant>
        <vt:i4>1</vt:i4>
      </vt:variant>
      <vt:variant>
        <vt:lpstr>Slide Titles</vt:lpstr>
      </vt:variant>
      <vt:variant>
        <vt:i4>2</vt:i4>
      </vt:variant>
    </vt:vector>
  </HeadingPairs>
  <TitlesOfParts>
    <vt:vector baseType="lpstr" size="3">
      <vt:lpstr>Office Theme</vt:lpstr>
      <vt:lpstr>The second Sample Document </vt:lpstr>
      <vt:lpstr>Where does it come FROM?</vt:lpstr>
    </vt:vector>
  </TitlesOfParts>
  <LinksUpToDate>0</LinksUpToDate>
  <SharedDoc>0</SharedDoc>
  <HyperlinksChanged>0</HyperlinksChanged>
  <Application>Aspose.Slides for .NET</Application>
  <AppVersion>18.0100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The second Sample Document </dc:title>
  <dc:creator>MANIAZI</dc:creator>
  <cp:lastModifiedBy>Rizwan</cp:lastModifiedBy>
  <cp:revision>3</cp:revision>
  <dcterms:created xsi:type="dcterms:W3CDTF">2006-08-16T00:00:00Z</dcterms:created>
  <dcterms:modified xsi:type="dcterms:W3CDTF">2018-05-17T08:14:27Z</dcterms:modified>
</cp:coreProperties>
</file>